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8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44923F-4478-A7BD-A378-3EFB0F52D8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AAE75C-AAE5-C2FD-FE80-66849EB25F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89A2D0-7E32-E5BC-3359-37F6451E1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B21B-9414-4B7C-8D5F-4D3B6EF29D12}" type="datetimeFigureOut">
              <a:rPr lang="es-ES" smtClean="0"/>
              <a:t>06/12/2023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C5F7F7-B25F-EA85-FC33-FD7F461F7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4C66FB-F942-5ECD-5A36-7210AF1D7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8FFEF-615F-443F-A349-8FA9BA85EAA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6137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9527DF-5F87-2E6E-9AC2-657BE75E7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4B20C1-847E-21CC-D675-33DDD4FBC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B8A3D6-E5C3-6309-56CD-783B5E6AB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B21B-9414-4B7C-8D5F-4D3B6EF29D12}" type="datetimeFigureOut">
              <a:rPr lang="es-ES" smtClean="0"/>
              <a:t>06/12/2023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8845C7-93E1-16BF-31F3-2D0EEAE6C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649B2F-A26E-6218-A73B-86B4CEE10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8FFEF-615F-443F-A349-8FA9BA85EAA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8032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97646-484C-1794-6390-83FA7331E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390E9E-8E4D-A084-C22A-1A33BADD7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D0F63A-3235-4C38-D8AC-AC0C09FCE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B21B-9414-4B7C-8D5F-4D3B6EF29D12}" type="datetimeFigureOut">
              <a:rPr lang="es-ES" smtClean="0"/>
              <a:t>06/12/2023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FE985C-7F82-DB62-A4FA-B626D7708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0B669D-0139-4D3E-97A6-18E452B57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8FFEF-615F-443F-A349-8FA9BA85EAA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6193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BAD30-7A35-3BFE-8AFA-3F8196F3C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C7C55F-3F7A-D5E9-7A00-B17AB7AEE7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71B1FF6-9D48-6D71-213A-C37991303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6C4AEF2-77CE-BBFC-E4B6-40FCF3C20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B21B-9414-4B7C-8D5F-4D3B6EF29D12}" type="datetimeFigureOut">
              <a:rPr lang="es-ES" smtClean="0"/>
              <a:t>06/12/2023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BEFCE7-C56B-02F6-C9A3-EFBA91B1D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FE8C44-B410-A893-05FD-BC35F4C5F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8FFEF-615F-443F-A349-8FA9BA85EAA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1794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DA58AE-E7F2-CB76-6D77-7F90F697D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B722505-A05B-B5F7-121D-D3B05CCE2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01C9E9C-7D9E-9951-14D9-E1EA7E20F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591E522-22E4-5ECE-4861-75B9D13A42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0B70624-8A9B-A71B-0E04-5006E1FD5A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6ADE00A-282A-78ED-0A10-F0F06056D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B21B-9414-4B7C-8D5F-4D3B6EF29D12}" type="datetimeFigureOut">
              <a:rPr lang="es-ES" smtClean="0"/>
              <a:t>06/12/2023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B125AA9-B7E4-1870-963A-680C34BE1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13DE77A-C285-DC16-4062-7A88557D0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8FFEF-615F-443F-A349-8FA9BA85EAA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6436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D7E792-AA63-A260-298D-5A1EB1EB1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0DFF328-3DBB-96D1-C681-9412E9D62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B21B-9414-4B7C-8D5F-4D3B6EF29D12}" type="datetimeFigureOut">
              <a:rPr lang="es-ES" smtClean="0"/>
              <a:t>06/12/2023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D775903-51C0-BA69-810A-611E84EE3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A58F6AC-DC79-B659-7E38-06E015A33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8FFEF-615F-443F-A349-8FA9BA85EAA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5777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8256B53-56E6-A776-BC47-C9D0833D2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B21B-9414-4B7C-8D5F-4D3B6EF29D12}" type="datetimeFigureOut">
              <a:rPr lang="es-ES" smtClean="0"/>
              <a:t>06/12/2023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BDFC645-1F1B-A40D-80D0-7338A4D3A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2362CD-716C-9E19-7F7A-FEE433C54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8FFEF-615F-443F-A349-8FA9BA85EAA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9546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977616-BFED-1DE9-06EE-ABF8F79C6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BBF328-9B53-8B15-C25C-1F985283F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2A0EA3E-1C8D-A707-5F20-F37D9D4D7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95568B-4E77-5E80-1BB1-FA88E82A8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B21B-9414-4B7C-8D5F-4D3B6EF29D12}" type="datetimeFigureOut">
              <a:rPr lang="es-ES" smtClean="0"/>
              <a:t>06/12/2023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E5A803-460B-82B6-D0A5-7A4A4D93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FEF096D-28D6-E64A-0E1E-F867E0B74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8FFEF-615F-443F-A349-8FA9BA85EAA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2641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437010-9FE7-54F6-552B-EAB9EA2A5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6A92179-8BA6-B15D-F77D-89C42E87DE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345273C-247B-3C1A-1137-471FFA859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7E1A44B-2890-FA6D-7375-A3FDEDB8A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B21B-9414-4B7C-8D5F-4D3B6EF29D12}" type="datetimeFigureOut">
              <a:rPr lang="es-ES" smtClean="0"/>
              <a:t>06/12/2023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A00A95C-FA79-32F3-773B-DA3C5677E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EC8813B-0D05-ED29-0DE0-B2D132808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8FFEF-615F-443F-A349-8FA9BA85EAA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4735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8A3876-EFFE-57EE-2CDB-4628D3321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57FDAFE-8109-4988-3455-1358A9475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C2F448-F578-0378-BA7C-8774BCE2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B21B-9414-4B7C-8D5F-4D3B6EF29D12}" type="datetimeFigureOut">
              <a:rPr lang="es-ES" smtClean="0"/>
              <a:t>06/12/2023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549E2F-6463-9CB4-8B19-075F0A2CA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630154-DF8F-2BD4-6D76-33DB9E960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8FFEF-615F-443F-A349-8FA9BA85EAA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1626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E0E44A1-73F8-11BA-EC7E-B39FFA5D6A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376ABE1-A28B-B903-2205-A3BD7BAF9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E5FAA5-6F0D-2A0A-55E7-5F537A80F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B21B-9414-4B7C-8D5F-4D3B6EF29D12}" type="datetimeFigureOut">
              <a:rPr lang="es-ES" smtClean="0"/>
              <a:t>06/12/2023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B3D6D5-8E54-6DD6-6018-BDA00B08B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CB2E4D-6A45-F0B0-FF22-BA0F295EA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8FFEF-615F-443F-A349-8FA9BA85EAA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638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CAB3146-2240-8EAD-F649-FF0185D9C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D956F0C-DECE-31CC-47B4-74DF66A93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CAB6FA-63DF-22D4-8754-ED9BA51DCF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3B21B-9414-4B7C-8D5F-4D3B6EF29D12}" type="datetimeFigureOut">
              <a:rPr lang="es-ES" smtClean="0"/>
              <a:t>06/12/2023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1F33F4-9EE3-39CB-06B4-3CC3255ABF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70AAF-A5C3-DA1E-FF43-16DDC78D99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8FFEF-615F-443F-A349-8FA9BA85EAA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0757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9F8B97CB-2231-1889-DF04-B05D85F608B9}"/>
              </a:ext>
            </a:extLst>
          </p:cNvPr>
          <p:cNvSpPr txBox="1"/>
          <p:nvPr/>
        </p:nvSpPr>
        <p:spPr>
          <a:xfrm>
            <a:off x="2063869" y="1560753"/>
            <a:ext cx="6881723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8000FF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public</a:t>
            </a:r>
            <a:r>
              <a:rPr lang="es-ES" sz="1600" dirty="0">
                <a:solidFill>
                  <a:srgbClr val="000000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s-ES" sz="1600" dirty="0">
                <a:solidFill>
                  <a:srgbClr val="8000FF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static</a:t>
            </a:r>
            <a:r>
              <a:rPr lang="es-ES" sz="1600" dirty="0">
                <a:solidFill>
                  <a:srgbClr val="000000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s-ES" sz="1600" dirty="0">
                <a:solidFill>
                  <a:srgbClr val="8000FF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int</a:t>
            </a:r>
            <a:r>
              <a:rPr lang="es-ES" sz="1600" dirty="0">
                <a:solidFill>
                  <a:srgbClr val="000000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 max</a:t>
            </a:r>
            <a:r>
              <a:rPr lang="es-ES" sz="1600" b="1" dirty="0">
                <a:solidFill>
                  <a:srgbClr val="000080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es-ES" sz="1600" b="0" dirty="0">
                <a:solidFill>
                  <a:srgbClr val="8000FF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int</a:t>
            </a:r>
            <a:r>
              <a:rPr lang="es-ES" sz="1600" b="0" dirty="0">
                <a:solidFill>
                  <a:srgbClr val="000000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 x</a:t>
            </a:r>
            <a:r>
              <a:rPr lang="es-ES" sz="1600" b="1" dirty="0">
                <a:solidFill>
                  <a:srgbClr val="000080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,</a:t>
            </a:r>
            <a:r>
              <a:rPr lang="es-ES" sz="1600" b="0" dirty="0">
                <a:solidFill>
                  <a:srgbClr val="000000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s-ES" sz="1600" b="0" dirty="0">
                <a:solidFill>
                  <a:srgbClr val="8000FF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int</a:t>
            </a:r>
            <a:r>
              <a:rPr lang="es-ES" sz="1600" b="0" dirty="0">
                <a:solidFill>
                  <a:srgbClr val="000000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 y</a:t>
            </a:r>
            <a:r>
              <a:rPr lang="es-ES" sz="1600" b="1" dirty="0">
                <a:solidFill>
                  <a:srgbClr val="000080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)</a:t>
            </a:r>
            <a:r>
              <a:rPr lang="es-ES" sz="1600" b="0" dirty="0">
                <a:solidFill>
                  <a:srgbClr val="000000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s-ES" sz="1600" b="1" dirty="0">
                <a:solidFill>
                  <a:srgbClr val="000080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{</a:t>
            </a:r>
            <a:endParaRPr lang="es-ES" sz="1600" b="0" dirty="0">
              <a:solidFill>
                <a:srgbClr val="000000"/>
              </a:solidFill>
              <a:highlight>
                <a:srgbClr val="FFFFFF"/>
              </a:highlight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es-ES" sz="1600" dirty="0">
                <a:solidFill>
                  <a:srgbClr val="000000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     </a:t>
            </a:r>
            <a:r>
              <a:rPr lang="es-ES" sz="1600" b="1" dirty="0">
                <a:solidFill>
                  <a:srgbClr val="0000FF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if</a:t>
            </a:r>
            <a:r>
              <a:rPr lang="es-ES" sz="1600" b="1" dirty="0">
                <a:solidFill>
                  <a:srgbClr val="000080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es-ES" sz="1600" b="0" dirty="0">
                <a:solidFill>
                  <a:srgbClr val="000000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x </a:t>
            </a:r>
            <a:r>
              <a:rPr lang="es-ES" sz="1600" b="1" dirty="0">
                <a:solidFill>
                  <a:srgbClr val="000080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&gt;</a:t>
            </a:r>
            <a:r>
              <a:rPr lang="es-ES" sz="1600" b="0" dirty="0">
                <a:solidFill>
                  <a:srgbClr val="000000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 y</a:t>
            </a:r>
            <a:r>
              <a:rPr lang="es-ES" sz="1600" b="1" dirty="0">
                <a:solidFill>
                  <a:srgbClr val="000080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)</a:t>
            </a:r>
            <a:endParaRPr lang="es-ES" sz="1600" b="0" dirty="0">
              <a:solidFill>
                <a:srgbClr val="000000"/>
              </a:solidFill>
              <a:highlight>
                <a:srgbClr val="FFFFFF"/>
              </a:highlight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s-ES" sz="1600" b="0" dirty="0">
                <a:solidFill>
                  <a:srgbClr val="000000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	   </a:t>
            </a:r>
            <a:r>
              <a:rPr lang="es-ES" sz="1600" b="1" dirty="0">
                <a:solidFill>
                  <a:srgbClr val="0000FF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return</a:t>
            </a:r>
            <a:r>
              <a:rPr lang="es-ES" sz="1600" b="0" dirty="0">
                <a:solidFill>
                  <a:srgbClr val="000000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 x</a:t>
            </a:r>
            <a:r>
              <a:rPr lang="es-ES" sz="1600" b="1" dirty="0">
                <a:solidFill>
                  <a:srgbClr val="000080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;</a:t>
            </a:r>
            <a:endParaRPr lang="es-ES" sz="1600" b="0" dirty="0">
              <a:solidFill>
                <a:srgbClr val="000000"/>
              </a:solidFill>
              <a:highlight>
                <a:srgbClr val="FFFFFF"/>
              </a:highlight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s-ES" sz="1600" dirty="0">
                <a:solidFill>
                  <a:srgbClr val="000000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     </a:t>
            </a:r>
            <a:r>
              <a:rPr lang="es-ES" sz="1600" b="1" dirty="0">
                <a:solidFill>
                  <a:srgbClr val="0000FF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else</a:t>
            </a:r>
            <a:endParaRPr lang="es-ES" sz="1600" b="0" dirty="0">
              <a:solidFill>
                <a:srgbClr val="000000"/>
              </a:solidFill>
              <a:highlight>
                <a:srgbClr val="FFFFFF"/>
              </a:highlight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s-ES" sz="1600" b="0" dirty="0">
                <a:solidFill>
                  <a:srgbClr val="000000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	   </a:t>
            </a:r>
            <a:r>
              <a:rPr lang="es-ES" sz="1600" b="1" dirty="0">
                <a:solidFill>
                  <a:srgbClr val="0000FF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return</a:t>
            </a:r>
            <a:r>
              <a:rPr lang="es-ES" sz="1600" b="0" dirty="0">
                <a:solidFill>
                  <a:srgbClr val="000000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 y</a:t>
            </a:r>
            <a:r>
              <a:rPr lang="es-ES" sz="1600" b="1" dirty="0">
                <a:solidFill>
                  <a:srgbClr val="000080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;</a:t>
            </a:r>
            <a:endParaRPr lang="es-ES" sz="1600" b="0" dirty="0">
              <a:solidFill>
                <a:srgbClr val="000000"/>
              </a:solidFill>
              <a:highlight>
                <a:srgbClr val="FFFFFF"/>
              </a:highlight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s-ES" sz="1600" b="1" dirty="0">
                <a:solidFill>
                  <a:srgbClr val="000080"/>
                </a:solidFill>
                <a:highlight>
                  <a:srgbClr val="FFFFFF"/>
                </a:highlight>
                <a:latin typeface="Source Code Pro" panose="020B0509030403020204" pitchFamily="49" charset="0"/>
                <a:ea typeface="Source Code Pro" panose="020B0509030403020204" pitchFamily="49" charset="0"/>
              </a:rPr>
              <a:t>}</a:t>
            </a:r>
            <a:endParaRPr lang="es-E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198C307-109E-EB96-8BD7-7CC738AECF8D}"/>
              </a:ext>
            </a:extLst>
          </p:cNvPr>
          <p:cNvSpPr/>
          <p:nvPr/>
        </p:nvSpPr>
        <p:spPr>
          <a:xfrm>
            <a:off x="2046617" y="1578005"/>
            <a:ext cx="1742535" cy="2766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7A6C207-8AA0-47A5-1D13-D0B15A61CC71}"/>
              </a:ext>
            </a:extLst>
          </p:cNvPr>
          <p:cNvSpPr/>
          <p:nvPr/>
        </p:nvSpPr>
        <p:spPr>
          <a:xfrm>
            <a:off x="3832282" y="1577058"/>
            <a:ext cx="480924" cy="2766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E50A151-62AE-E1D8-7F2F-7036C229D4E9}"/>
              </a:ext>
            </a:extLst>
          </p:cNvPr>
          <p:cNvSpPr/>
          <p:nvPr/>
        </p:nvSpPr>
        <p:spPr>
          <a:xfrm>
            <a:off x="4847316" y="1575127"/>
            <a:ext cx="1493100" cy="27667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84AFE7A-C21E-B7C2-F8B3-8094763D17AD}"/>
              </a:ext>
            </a:extLst>
          </p:cNvPr>
          <p:cNvSpPr/>
          <p:nvPr/>
        </p:nvSpPr>
        <p:spPr>
          <a:xfrm>
            <a:off x="2725938" y="1884410"/>
            <a:ext cx="3614477" cy="10923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74E2E80-785F-6E7D-2648-DBAB9D0194A9}"/>
              </a:ext>
            </a:extLst>
          </p:cNvPr>
          <p:cNvSpPr txBox="1"/>
          <p:nvPr/>
        </p:nvSpPr>
        <p:spPr>
          <a:xfrm>
            <a:off x="1138687" y="914401"/>
            <a:ext cx="1388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Modificadores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61A81502-CA7E-3709-79B0-5A445394C7F2}"/>
              </a:ext>
            </a:extLst>
          </p:cNvPr>
          <p:cNvCxnSpPr>
            <a:cxnSpLocks/>
          </p:cNvCxnSpPr>
          <p:nvPr/>
        </p:nvCxnSpPr>
        <p:spPr>
          <a:xfrm>
            <a:off x="1966823" y="1252955"/>
            <a:ext cx="560717" cy="239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5D1FCE3-33E7-479F-E714-077698E93C7F}"/>
              </a:ext>
            </a:extLst>
          </p:cNvPr>
          <p:cNvSpPr txBox="1"/>
          <p:nvPr/>
        </p:nvSpPr>
        <p:spPr>
          <a:xfrm>
            <a:off x="2869006" y="914401"/>
            <a:ext cx="1388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Tipo devuelto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EA18E5DF-9573-2434-F4D4-8226DC37BB39}"/>
              </a:ext>
            </a:extLst>
          </p:cNvPr>
          <p:cNvCxnSpPr>
            <a:cxnSpLocks/>
          </p:cNvCxnSpPr>
          <p:nvPr/>
        </p:nvCxnSpPr>
        <p:spPr>
          <a:xfrm>
            <a:off x="3789152" y="1232261"/>
            <a:ext cx="176847" cy="260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321848C-C8E8-0308-3D00-ED2303C098A3}"/>
              </a:ext>
            </a:extLst>
          </p:cNvPr>
          <p:cNvSpPr txBox="1"/>
          <p:nvPr/>
        </p:nvSpPr>
        <p:spPr>
          <a:xfrm>
            <a:off x="5917721" y="941992"/>
            <a:ext cx="1388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Parámetros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A2DF59ED-3A42-4F91-552C-F92A5F234F55}"/>
              </a:ext>
            </a:extLst>
          </p:cNvPr>
          <p:cNvCxnSpPr>
            <a:cxnSpLocks/>
          </p:cNvCxnSpPr>
          <p:nvPr/>
        </p:nvCxnSpPr>
        <p:spPr>
          <a:xfrm flipH="1">
            <a:off x="5938573" y="1252955"/>
            <a:ext cx="306952" cy="258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EC2F3F8-7895-E0F6-6A51-25DE63680477}"/>
              </a:ext>
            </a:extLst>
          </p:cNvPr>
          <p:cNvSpPr txBox="1"/>
          <p:nvPr/>
        </p:nvSpPr>
        <p:spPr>
          <a:xfrm>
            <a:off x="5134872" y="3059757"/>
            <a:ext cx="13888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Cuerpo de </a:t>
            </a:r>
          </a:p>
          <a:p>
            <a:r>
              <a:rPr lang="es-ES" sz="1600" dirty="0"/>
              <a:t>la función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85274A83-0ED1-24E7-4ED6-DF58E34A2585}"/>
              </a:ext>
            </a:extLst>
          </p:cNvPr>
          <p:cNvCxnSpPr>
            <a:cxnSpLocks/>
          </p:cNvCxnSpPr>
          <p:nvPr/>
        </p:nvCxnSpPr>
        <p:spPr>
          <a:xfrm flipH="1" flipV="1">
            <a:off x="4485732" y="2976782"/>
            <a:ext cx="430987" cy="307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1F5C43E6-216A-5FE2-F1D3-1527EB56A9C0}"/>
              </a:ext>
            </a:extLst>
          </p:cNvPr>
          <p:cNvSpPr txBox="1"/>
          <p:nvPr/>
        </p:nvSpPr>
        <p:spPr>
          <a:xfrm>
            <a:off x="4549720" y="921298"/>
            <a:ext cx="1388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Nombre</a:t>
            </a:r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540895C6-CA9F-0828-DE4E-80C0504D28BA}"/>
              </a:ext>
            </a:extLst>
          </p:cNvPr>
          <p:cNvCxnSpPr>
            <a:cxnSpLocks/>
          </p:cNvCxnSpPr>
          <p:nvPr/>
        </p:nvCxnSpPr>
        <p:spPr>
          <a:xfrm flipH="1">
            <a:off x="4701396" y="1232261"/>
            <a:ext cx="176128" cy="307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49654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41</Words>
  <Application>Microsoft Office PowerPoint</Application>
  <PresentationFormat>Panorámica</PresentationFormat>
  <Paragraphs>12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Source Code Pro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José Miguel Blázquez</dc:creator>
  <cp:lastModifiedBy>José Miguel Blázquez</cp:lastModifiedBy>
  <cp:revision>2</cp:revision>
  <dcterms:created xsi:type="dcterms:W3CDTF">2023-12-06T19:24:34Z</dcterms:created>
  <dcterms:modified xsi:type="dcterms:W3CDTF">2023-12-06T19:31:17Z</dcterms:modified>
</cp:coreProperties>
</file>